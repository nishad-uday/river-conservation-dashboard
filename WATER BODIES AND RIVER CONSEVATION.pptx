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500"/>
    <a:srgbClr val="FC0C48"/>
    <a:srgbClr val="FE5A7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38454-0B42-4AA7-9A44-5B68DF4FD398}" v="46" dt="2025-09-19T16:52:45.932"/>
    <p1510:client id="{A3C872C0-5545-4BFC-A785-57ED487E2B20}" v="1" dt="2025-09-20T02:59:31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ka Sahu" userId="86ad468662d73efb" providerId="LiveId" clId="{AF9A5844-BA8E-422D-8568-594D209B455C}"/>
    <pc:docChg chg="undo custSel addSld delSld modSld sldOrd">
      <pc:chgData name="Alka Sahu" userId="86ad468662d73efb" providerId="LiveId" clId="{AF9A5844-BA8E-422D-8568-594D209B455C}" dt="2025-09-20T02:59:52.631" v="738" actId="47"/>
      <pc:docMkLst>
        <pc:docMk/>
      </pc:docMkLst>
      <pc:sldChg chg="addSp delSp modSp add del mod">
        <pc:chgData name="Alka Sahu" userId="86ad468662d73efb" providerId="LiveId" clId="{AF9A5844-BA8E-422D-8568-594D209B455C}" dt="2025-09-20T02:58:21.743" v="730" actId="47"/>
        <pc:sldMkLst>
          <pc:docMk/>
          <pc:sldMk cId="95046324" sldId="256"/>
        </pc:sldMkLst>
        <pc:spChg chg="mod">
          <ac:chgData name="Alka Sahu" userId="86ad468662d73efb" providerId="LiveId" clId="{AF9A5844-BA8E-422D-8568-594D209B455C}" dt="2025-09-19T15:38:27.205" v="707" actId="14100"/>
          <ac:spMkLst>
            <pc:docMk/>
            <pc:sldMk cId="95046324" sldId="256"/>
            <ac:spMk id="9" creationId="{5695BD07-1207-C53F-FAA6-E9CD6D00A21F}"/>
          </ac:spMkLst>
        </pc:spChg>
        <pc:picChg chg="add mod">
          <ac:chgData name="Alka Sahu" userId="86ad468662d73efb" providerId="LiveId" clId="{AF9A5844-BA8E-422D-8568-594D209B455C}" dt="2025-09-19T15:32:59.844" v="662" actId="931"/>
          <ac:picMkLst>
            <pc:docMk/>
            <pc:sldMk cId="95046324" sldId="256"/>
            <ac:picMk id="3" creationId="{4588F2A9-A68D-9DCF-E09B-D9A4411CB373}"/>
          </ac:picMkLst>
        </pc:picChg>
        <pc:picChg chg="add mod">
          <ac:chgData name="Alka Sahu" userId="86ad468662d73efb" providerId="LiveId" clId="{AF9A5844-BA8E-422D-8568-594D209B455C}" dt="2025-09-19T15:33:27.388" v="667" actId="931"/>
          <ac:picMkLst>
            <pc:docMk/>
            <pc:sldMk cId="95046324" sldId="256"/>
            <ac:picMk id="5" creationId="{6FD0345E-7D75-CCBD-2DF4-60AD9E5B7A37}"/>
          </ac:picMkLst>
        </pc:picChg>
        <pc:picChg chg="del mod">
          <ac:chgData name="Alka Sahu" userId="86ad468662d73efb" providerId="LiveId" clId="{AF9A5844-BA8E-422D-8568-594D209B455C}" dt="2025-09-19T15:32:32.161" v="655" actId="478"/>
          <ac:picMkLst>
            <pc:docMk/>
            <pc:sldMk cId="95046324" sldId="256"/>
            <ac:picMk id="7" creationId="{9BF605C9-97F5-CB09-DF92-5FDD97A219CD}"/>
          </ac:picMkLst>
        </pc:picChg>
        <pc:picChg chg="add mod ord">
          <ac:chgData name="Alka Sahu" userId="86ad468662d73efb" providerId="LiveId" clId="{AF9A5844-BA8E-422D-8568-594D209B455C}" dt="2025-09-19T15:34:21.201" v="672" actId="167"/>
          <ac:picMkLst>
            <pc:docMk/>
            <pc:sldMk cId="95046324" sldId="256"/>
            <ac:picMk id="8" creationId="{BF5CADB2-2A58-6E01-9630-72E134FFA023}"/>
          </ac:picMkLst>
        </pc:picChg>
      </pc:sldChg>
      <pc:sldChg chg="addSp delSp modSp add del mod">
        <pc:chgData name="Alka Sahu" userId="86ad468662d73efb" providerId="LiveId" clId="{AF9A5844-BA8E-422D-8568-594D209B455C}" dt="2025-09-19T16:51:54.603" v="710" actId="47"/>
        <pc:sldMkLst>
          <pc:docMk/>
          <pc:sldMk cId="278692642" sldId="257"/>
        </pc:sldMkLst>
        <pc:spChg chg="mod">
          <ac:chgData name="Alka Sahu" userId="86ad468662d73efb" providerId="LiveId" clId="{AF9A5844-BA8E-422D-8568-594D209B455C}" dt="2025-09-19T14:58:52.176" v="598" actId="1037"/>
          <ac:spMkLst>
            <pc:docMk/>
            <pc:sldMk cId="278692642" sldId="257"/>
            <ac:spMk id="2" creationId="{16703247-12C2-9DF8-27D9-89B1B94AFA6C}"/>
          </ac:spMkLst>
        </pc:spChg>
        <pc:spChg chg="mod">
          <ac:chgData name="Alka Sahu" userId="86ad468662d73efb" providerId="LiveId" clId="{AF9A5844-BA8E-422D-8568-594D209B455C}" dt="2025-09-19T14:59:50.075" v="599" actId="2711"/>
          <ac:spMkLst>
            <pc:docMk/>
            <pc:sldMk cId="278692642" sldId="257"/>
            <ac:spMk id="3" creationId="{116313A1-4FA8-8F51-8233-D415DB043056}"/>
          </ac:spMkLst>
        </pc:spChg>
        <pc:spChg chg="add del mod">
          <ac:chgData name="Alka Sahu" userId="86ad468662d73efb" providerId="LiveId" clId="{AF9A5844-BA8E-422D-8568-594D209B455C}" dt="2025-09-19T14:37:36.093" v="376" actId="478"/>
          <ac:spMkLst>
            <pc:docMk/>
            <pc:sldMk cId="278692642" sldId="257"/>
            <ac:spMk id="5" creationId="{6DF8857F-7808-204D-7741-8091306BDA7B}"/>
          </ac:spMkLst>
        </pc:spChg>
        <pc:spChg chg="add del mod">
          <ac:chgData name="Alka Sahu" userId="86ad468662d73efb" providerId="LiveId" clId="{AF9A5844-BA8E-422D-8568-594D209B455C}" dt="2025-09-19T14:15:05.174" v="56" actId="478"/>
          <ac:spMkLst>
            <pc:docMk/>
            <pc:sldMk cId="278692642" sldId="257"/>
            <ac:spMk id="6" creationId="{0DBB34D7-66A6-9DD0-DC7B-5056732BD73D}"/>
          </ac:spMkLst>
        </pc:spChg>
        <pc:spChg chg="add del mod">
          <ac:chgData name="Alka Sahu" userId="86ad468662d73efb" providerId="LiveId" clId="{AF9A5844-BA8E-422D-8568-594D209B455C}" dt="2025-09-19T14:37:34.696" v="375" actId="478"/>
          <ac:spMkLst>
            <pc:docMk/>
            <pc:sldMk cId="278692642" sldId="257"/>
            <ac:spMk id="7" creationId="{FB9F6352-C1E0-118C-E30F-844B6874A23D}"/>
          </ac:spMkLst>
        </pc:spChg>
        <pc:spChg chg="add del mod">
          <ac:chgData name="Alka Sahu" userId="86ad468662d73efb" providerId="LiveId" clId="{AF9A5844-BA8E-422D-8568-594D209B455C}" dt="2025-09-19T14:37:34.696" v="375" actId="478"/>
          <ac:spMkLst>
            <pc:docMk/>
            <pc:sldMk cId="278692642" sldId="257"/>
            <ac:spMk id="8" creationId="{F58F9062-B5BB-C7CA-F8C2-728AE8D5A4E5}"/>
          </ac:spMkLst>
        </pc:spChg>
        <pc:spChg chg="add del mod">
          <ac:chgData name="Alka Sahu" userId="86ad468662d73efb" providerId="LiveId" clId="{AF9A5844-BA8E-422D-8568-594D209B455C}" dt="2025-09-19T14:58:34.950" v="572" actId="478"/>
          <ac:spMkLst>
            <pc:docMk/>
            <pc:sldMk cId="278692642" sldId="257"/>
            <ac:spMk id="9" creationId="{0A51B963-7864-7F25-2A4A-B7CE51A39C42}"/>
          </ac:spMkLst>
        </pc:spChg>
        <pc:spChg chg="add del mod">
          <ac:chgData name="Alka Sahu" userId="86ad468662d73efb" providerId="LiveId" clId="{AF9A5844-BA8E-422D-8568-594D209B455C}" dt="2025-09-19T14:58:34.950" v="572" actId="478"/>
          <ac:spMkLst>
            <pc:docMk/>
            <pc:sldMk cId="278692642" sldId="257"/>
            <ac:spMk id="10" creationId="{89F362EE-743E-94E0-362E-64E68E1DF530}"/>
          </ac:spMkLst>
        </pc:spChg>
        <pc:spChg chg="add del mod">
          <ac:chgData name="Alka Sahu" userId="86ad468662d73efb" providerId="LiveId" clId="{AF9A5844-BA8E-422D-8568-594D209B455C}" dt="2025-09-19T14:58:34.950" v="572" actId="478"/>
          <ac:spMkLst>
            <pc:docMk/>
            <pc:sldMk cId="278692642" sldId="257"/>
            <ac:spMk id="11" creationId="{902E23D0-DC5C-FAD5-5176-64264605F3C2}"/>
          </ac:spMkLst>
        </pc:spChg>
        <pc:spChg chg="add del mod">
          <ac:chgData name="Alka Sahu" userId="86ad468662d73efb" providerId="LiveId" clId="{AF9A5844-BA8E-422D-8568-594D209B455C}" dt="2025-09-19T14:58:34.950" v="572" actId="478"/>
          <ac:spMkLst>
            <pc:docMk/>
            <pc:sldMk cId="278692642" sldId="257"/>
            <ac:spMk id="12" creationId="{966AC837-32C1-7008-A6FC-9FF7888AD4E7}"/>
          </ac:spMkLst>
        </pc:spChg>
        <pc:spChg chg="add mod">
          <ac:chgData name="Alka Sahu" userId="86ad468662d73efb" providerId="LiveId" clId="{AF9A5844-BA8E-422D-8568-594D209B455C}" dt="2025-09-19T14:58:44.717" v="581" actId="1037"/>
          <ac:spMkLst>
            <pc:docMk/>
            <pc:sldMk cId="278692642" sldId="257"/>
            <ac:spMk id="13" creationId="{296793FD-8D4C-CEB7-A804-F8263CCCFDE9}"/>
          </ac:spMkLst>
        </pc:spChg>
        <pc:picChg chg="add del mod">
          <ac:chgData name="Alka Sahu" userId="86ad468662d73efb" providerId="LiveId" clId="{AF9A5844-BA8E-422D-8568-594D209B455C}" dt="2025-09-19T14:58:34.950" v="572" actId="478"/>
          <ac:picMkLst>
            <pc:docMk/>
            <pc:sldMk cId="278692642" sldId="257"/>
            <ac:picMk id="4" creationId="{C8132A8B-6031-657A-06FF-221666D0B575}"/>
          </ac:picMkLst>
        </pc:picChg>
        <pc:picChg chg="add mod ord">
          <ac:chgData name="Alka Sahu" userId="86ad468662d73efb" providerId="LiveId" clId="{AF9A5844-BA8E-422D-8568-594D209B455C}" dt="2025-09-19T14:58:39.110" v="574" actId="167"/>
          <ac:picMkLst>
            <pc:docMk/>
            <pc:sldMk cId="278692642" sldId="257"/>
            <ac:picMk id="14" creationId="{6580D268-87A3-9BC8-87C2-B8E3C4E5FC4E}"/>
          </ac:picMkLst>
        </pc:picChg>
      </pc:sldChg>
      <pc:sldChg chg="addSp delSp modSp add del mod">
        <pc:chgData name="Alka Sahu" userId="86ad468662d73efb" providerId="LiveId" clId="{AF9A5844-BA8E-422D-8568-594D209B455C}" dt="2025-09-19T16:51:54.603" v="710" actId="47"/>
        <pc:sldMkLst>
          <pc:docMk/>
          <pc:sldMk cId="2590774593" sldId="258"/>
        </pc:sldMkLst>
        <pc:spChg chg="mod">
          <ac:chgData name="Alka Sahu" userId="86ad468662d73efb" providerId="LiveId" clId="{AF9A5844-BA8E-422D-8568-594D209B455C}" dt="2025-09-19T14:58:13.044" v="564" actId="1037"/>
          <ac:spMkLst>
            <pc:docMk/>
            <pc:sldMk cId="2590774593" sldId="258"/>
            <ac:spMk id="2" creationId="{DEA700D8-0426-25BA-49A5-BCFC7E5E3B07}"/>
          </ac:spMkLst>
        </pc:spChg>
        <pc:spChg chg="mod">
          <ac:chgData name="Alka Sahu" userId="86ad468662d73efb" providerId="LiveId" clId="{AF9A5844-BA8E-422D-8568-594D209B455C}" dt="2025-09-19T15:35:50.391" v="676" actId="1076"/>
          <ac:spMkLst>
            <pc:docMk/>
            <pc:sldMk cId="2590774593" sldId="258"/>
            <ac:spMk id="3" creationId="{A441BE5C-82CB-1F6D-2F21-D053F8C30F69}"/>
          </ac:spMkLst>
        </pc:spChg>
        <pc:spChg chg="add del mod">
          <ac:chgData name="Alka Sahu" userId="86ad468662d73efb" providerId="LiveId" clId="{AF9A5844-BA8E-422D-8568-594D209B455C}" dt="2025-09-19T14:57:59.697" v="547" actId="478"/>
          <ac:spMkLst>
            <pc:docMk/>
            <pc:sldMk cId="2590774593" sldId="258"/>
            <ac:spMk id="4" creationId="{EC14A72A-6555-0581-DDE6-7BCCA5459190}"/>
          </ac:spMkLst>
        </pc:spChg>
        <pc:spChg chg="add del mod">
          <ac:chgData name="Alka Sahu" userId="86ad468662d73efb" providerId="LiveId" clId="{AF9A5844-BA8E-422D-8568-594D209B455C}" dt="2025-09-19T14:57:59.697" v="547" actId="478"/>
          <ac:spMkLst>
            <pc:docMk/>
            <pc:sldMk cId="2590774593" sldId="258"/>
            <ac:spMk id="5" creationId="{10079C5A-30FB-6ACD-39D4-175FAB65EE6A}"/>
          </ac:spMkLst>
        </pc:spChg>
        <pc:spChg chg="add del mod">
          <ac:chgData name="Alka Sahu" userId="86ad468662d73efb" providerId="LiveId" clId="{AF9A5844-BA8E-422D-8568-594D209B455C}" dt="2025-09-19T14:57:59.697" v="547" actId="478"/>
          <ac:spMkLst>
            <pc:docMk/>
            <pc:sldMk cId="2590774593" sldId="258"/>
            <ac:spMk id="6" creationId="{ADF3B4F4-2AA5-9F4A-5019-4BA0A163A592}"/>
          </ac:spMkLst>
        </pc:spChg>
        <pc:spChg chg="add del mod">
          <ac:chgData name="Alka Sahu" userId="86ad468662d73efb" providerId="LiveId" clId="{AF9A5844-BA8E-422D-8568-594D209B455C}" dt="2025-09-19T14:57:59.697" v="547" actId="478"/>
          <ac:spMkLst>
            <pc:docMk/>
            <pc:sldMk cId="2590774593" sldId="258"/>
            <ac:spMk id="7" creationId="{FB819E50-4F25-B35C-1959-CC40E55ACBC8}"/>
          </ac:spMkLst>
        </pc:spChg>
        <pc:spChg chg="add del mod">
          <ac:chgData name="Alka Sahu" userId="86ad468662d73efb" providerId="LiveId" clId="{AF9A5844-BA8E-422D-8568-594D209B455C}" dt="2025-09-19T15:36:24.669" v="681" actId="478"/>
          <ac:spMkLst>
            <pc:docMk/>
            <pc:sldMk cId="2590774593" sldId="258"/>
            <ac:spMk id="9" creationId="{92A10388-14DC-5AE4-1C86-8107AA4F50CF}"/>
          </ac:spMkLst>
        </pc:spChg>
        <pc:spChg chg="add mod">
          <ac:chgData name="Alka Sahu" userId="86ad468662d73efb" providerId="LiveId" clId="{AF9A5844-BA8E-422D-8568-594D209B455C}" dt="2025-09-19T15:36:29.387" v="684" actId="20577"/>
          <ac:spMkLst>
            <pc:docMk/>
            <pc:sldMk cId="2590774593" sldId="258"/>
            <ac:spMk id="11" creationId="{A298E510-1B59-9428-BC61-D0E0F636C210}"/>
          </ac:spMkLst>
        </pc:spChg>
        <pc:picChg chg="add del mod">
          <ac:chgData name="Alka Sahu" userId="86ad468662d73efb" providerId="LiveId" clId="{AF9A5844-BA8E-422D-8568-594D209B455C}" dt="2025-09-19T14:57:59.697" v="547" actId="478"/>
          <ac:picMkLst>
            <pc:docMk/>
            <pc:sldMk cId="2590774593" sldId="258"/>
            <ac:picMk id="8" creationId="{2771B443-8B53-25C2-9420-1ABFD37657CC}"/>
          </ac:picMkLst>
        </pc:picChg>
        <pc:picChg chg="add mod ord">
          <ac:chgData name="Alka Sahu" userId="86ad468662d73efb" providerId="LiveId" clId="{AF9A5844-BA8E-422D-8568-594D209B455C}" dt="2025-09-19T15:00:19.054" v="600" actId="167"/>
          <ac:picMkLst>
            <pc:docMk/>
            <pc:sldMk cId="2590774593" sldId="258"/>
            <ac:picMk id="10" creationId="{1DEFDCC8-77F3-1686-B399-3272ACCDC4DF}"/>
          </ac:picMkLst>
        </pc:picChg>
      </pc:sldChg>
      <pc:sldChg chg="addSp delSp modSp add del mod">
        <pc:chgData name="Alka Sahu" userId="86ad468662d73efb" providerId="LiveId" clId="{AF9A5844-BA8E-422D-8568-594D209B455C}" dt="2025-09-19T16:51:54.603" v="710" actId="47"/>
        <pc:sldMkLst>
          <pc:docMk/>
          <pc:sldMk cId="3077652022" sldId="259"/>
        </pc:sldMkLst>
        <pc:spChg chg="mod">
          <ac:chgData name="Alka Sahu" userId="86ad468662d73efb" providerId="LiveId" clId="{AF9A5844-BA8E-422D-8568-594D209B455C}" dt="2025-09-19T14:57:48.978" v="546" actId="1036"/>
          <ac:spMkLst>
            <pc:docMk/>
            <pc:sldMk cId="3077652022" sldId="259"/>
            <ac:spMk id="2" creationId="{0A5DFAFB-87B4-E5D8-2DFE-2A2938819738}"/>
          </ac:spMkLst>
        </pc:spChg>
        <pc:spChg chg="mod">
          <ac:chgData name="Alka Sahu" userId="86ad468662d73efb" providerId="LiveId" clId="{AF9A5844-BA8E-422D-8568-594D209B455C}" dt="2025-09-19T15:35:55.682" v="677" actId="1076"/>
          <ac:spMkLst>
            <pc:docMk/>
            <pc:sldMk cId="3077652022" sldId="259"/>
            <ac:spMk id="3" creationId="{C99CA841-2647-D5A2-0861-65A7CF50B20F}"/>
          </ac:spMkLst>
        </pc:spChg>
        <pc:spChg chg="add del mod">
          <ac:chgData name="Alka Sahu" userId="86ad468662d73efb" providerId="LiveId" clId="{AF9A5844-BA8E-422D-8568-594D209B455C}" dt="2025-09-19T14:37:51.825" v="378" actId="478"/>
          <ac:spMkLst>
            <pc:docMk/>
            <pc:sldMk cId="3077652022" sldId="259"/>
            <ac:spMk id="4" creationId="{83157601-7D68-4224-B241-6D6DCAA1B4AA}"/>
          </ac:spMkLst>
        </pc:spChg>
        <pc:spChg chg="add del mod">
          <ac:chgData name="Alka Sahu" userId="86ad468662d73efb" providerId="LiveId" clId="{AF9A5844-BA8E-422D-8568-594D209B455C}" dt="2025-09-19T14:37:51.825" v="378" actId="478"/>
          <ac:spMkLst>
            <pc:docMk/>
            <pc:sldMk cId="3077652022" sldId="259"/>
            <ac:spMk id="5" creationId="{6369D76D-E002-0CEA-A563-EBA90C070CE1}"/>
          </ac:spMkLst>
        </pc:spChg>
        <pc:spChg chg="add del mod">
          <ac:chgData name="Alka Sahu" userId="86ad468662d73efb" providerId="LiveId" clId="{AF9A5844-BA8E-422D-8568-594D209B455C}" dt="2025-09-19T14:37:51.825" v="378" actId="478"/>
          <ac:spMkLst>
            <pc:docMk/>
            <pc:sldMk cId="3077652022" sldId="259"/>
            <ac:spMk id="6" creationId="{7BA27281-BB44-41CF-BFD7-C9C3F7F35005}"/>
          </ac:spMkLst>
        </pc:spChg>
        <pc:spChg chg="add del mod">
          <ac:chgData name="Alka Sahu" userId="86ad468662d73efb" providerId="LiveId" clId="{AF9A5844-BA8E-422D-8568-594D209B455C}" dt="2025-09-19T14:57:19.372" v="523" actId="478"/>
          <ac:spMkLst>
            <pc:docMk/>
            <pc:sldMk cId="3077652022" sldId="259"/>
            <ac:spMk id="7" creationId="{634A3E9F-77C5-A008-DCFF-885E5C43F6F8}"/>
          </ac:spMkLst>
        </pc:spChg>
        <pc:spChg chg="add del mod">
          <ac:chgData name="Alka Sahu" userId="86ad468662d73efb" providerId="LiveId" clId="{AF9A5844-BA8E-422D-8568-594D209B455C}" dt="2025-09-19T14:57:25.234" v="526" actId="478"/>
          <ac:spMkLst>
            <pc:docMk/>
            <pc:sldMk cId="3077652022" sldId="259"/>
            <ac:spMk id="9" creationId="{3A5F4304-5761-550C-861E-C63BEE10F165}"/>
          </ac:spMkLst>
        </pc:spChg>
        <pc:spChg chg="add del mod">
          <ac:chgData name="Alka Sahu" userId="86ad468662d73efb" providerId="LiveId" clId="{AF9A5844-BA8E-422D-8568-594D209B455C}" dt="2025-09-19T14:57:21.344" v="524" actId="478"/>
          <ac:spMkLst>
            <pc:docMk/>
            <pc:sldMk cId="3077652022" sldId="259"/>
            <ac:spMk id="10" creationId="{E2FC8937-FE84-A354-0F44-3B030A7B2FED}"/>
          </ac:spMkLst>
        </pc:spChg>
        <pc:spChg chg="add del mod">
          <ac:chgData name="Alka Sahu" userId="86ad468662d73efb" providerId="LiveId" clId="{AF9A5844-BA8E-422D-8568-594D209B455C}" dt="2025-09-19T14:57:23.274" v="525" actId="478"/>
          <ac:spMkLst>
            <pc:docMk/>
            <pc:sldMk cId="3077652022" sldId="259"/>
            <ac:spMk id="11" creationId="{9252802A-CAB3-A818-C0A6-A16D1AECBDFE}"/>
          </ac:spMkLst>
        </pc:spChg>
        <pc:spChg chg="add del mod">
          <ac:chgData name="Alka Sahu" userId="86ad468662d73efb" providerId="LiveId" clId="{AF9A5844-BA8E-422D-8568-594D209B455C}" dt="2025-09-19T15:36:41.455" v="685" actId="478"/>
          <ac:spMkLst>
            <pc:docMk/>
            <pc:sldMk cId="3077652022" sldId="259"/>
            <ac:spMk id="12" creationId="{A49C1093-1C1E-961A-A33F-ADF2B957FA27}"/>
          </ac:spMkLst>
        </pc:spChg>
        <pc:spChg chg="add mod">
          <ac:chgData name="Alka Sahu" userId="86ad468662d73efb" providerId="LiveId" clId="{AF9A5844-BA8E-422D-8568-594D209B455C}" dt="2025-09-19T15:36:45.828" v="688" actId="20577"/>
          <ac:spMkLst>
            <pc:docMk/>
            <pc:sldMk cId="3077652022" sldId="259"/>
            <ac:spMk id="14" creationId="{BFF1414C-06E8-C3ED-3119-A9BBB5535AC5}"/>
          </ac:spMkLst>
        </pc:spChg>
        <pc:picChg chg="add del mod">
          <ac:chgData name="Alka Sahu" userId="86ad468662d73efb" providerId="LiveId" clId="{AF9A5844-BA8E-422D-8568-594D209B455C}" dt="2025-09-19T14:57:17.392" v="522" actId="478"/>
          <ac:picMkLst>
            <pc:docMk/>
            <pc:sldMk cId="3077652022" sldId="259"/>
            <ac:picMk id="8" creationId="{F784786E-9484-9546-08CC-71C697D05FFA}"/>
          </ac:picMkLst>
        </pc:picChg>
        <pc:picChg chg="add mod ord">
          <ac:chgData name="Alka Sahu" userId="86ad468662d73efb" providerId="LiveId" clId="{AF9A5844-BA8E-422D-8568-594D209B455C}" dt="2025-09-19T14:57:33.034" v="529" actId="167"/>
          <ac:picMkLst>
            <pc:docMk/>
            <pc:sldMk cId="3077652022" sldId="259"/>
            <ac:picMk id="13" creationId="{401E591F-49F4-048B-4A7F-58FFDD978C56}"/>
          </ac:picMkLst>
        </pc:picChg>
      </pc:sldChg>
      <pc:sldChg chg="addSp delSp modSp add del mod">
        <pc:chgData name="Alka Sahu" userId="86ad468662d73efb" providerId="LiveId" clId="{AF9A5844-BA8E-422D-8568-594D209B455C}" dt="2025-09-19T16:51:54.603" v="710" actId="47"/>
        <pc:sldMkLst>
          <pc:docMk/>
          <pc:sldMk cId="4164018407" sldId="260"/>
        </pc:sldMkLst>
        <pc:spChg chg="mod">
          <ac:chgData name="Alka Sahu" userId="86ad468662d73efb" providerId="LiveId" clId="{AF9A5844-BA8E-422D-8568-594D209B455C}" dt="2025-09-19T14:57:10.442" v="521" actId="1035"/>
          <ac:spMkLst>
            <pc:docMk/>
            <pc:sldMk cId="4164018407" sldId="260"/>
            <ac:spMk id="2" creationId="{8B0B825F-278B-FC2B-266B-688CF78C3CA4}"/>
          </ac:spMkLst>
        </pc:spChg>
        <pc:spChg chg="mod">
          <ac:chgData name="Alka Sahu" userId="86ad468662d73efb" providerId="LiveId" clId="{AF9A5844-BA8E-422D-8568-594D209B455C}" dt="2025-09-19T15:36:00.193" v="678" actId="1076"/>
          <ac:spMkLst>
            <pc:docMk/>
            <pc:sldMk cId="4164018407" sldId="260"/>
            <ac:spMk id="3" creationId="{69E240D9-A1E5-0908-17FF-61D50C0A8387}"/>
          </ac:spMkLst>
        </pc:spChg>
        <pc:spChg chg="add del mod">
          <ac:chgData name="Alka Sahu" userId="86ad468662d73efb" providerId="LiveId" clId="{AF9A5844-BA8E-422D-8568-594D209B455C}" dt="2025-09-19T14:37:59.636" v="380" actId="478"/>
          <ac:spMkLst>
            <pc:docMk/>
            <pc:sldMk cId="4164018407" sldId="260"/>
            <ac:spMk id="4" creationId="{A0E6A004-E5C4-2D14-EE57-3E7BD08AED34}"/>
          </ac:spMkLst>
        </pc:spChg>
        <pc:spChg chg="add del mod">
          <ac:chgData name="Alka Sahu" userId="86ad468662d73efb" providerId="LiveId" clId="{AF9A5844-BA8E-422D-8568-594D209B455C}" dt="2025-09-19T14:37:59.636" v="380" actId="478"/>
          <ac:spMkLst>
            <pc:docMk/>
            <pc:sldMk cId="4164018407" sldId="260"/>
            <ac:spMk id="5" creationId="{549FDD19-4B61-8A9A-8508-A88E0FDD071C}"/>
          </ac:spMkLst>
        </pc:spChg>
        <pc:spChg chg="add del mod">
          <ac:chgData name="Alka Sahu" userId="86ad468662d73efb" providerId="LiveId" clId="{AF9A5844-BA8E-422D-8568-594D209B455C}" dt="2025-09-19T14:37:59.636" v="380" actId="478"/>
          <ac:spMkLst>
            <pc:docMk/>
            <pc:sldMk cId="4164018407" sldId="260"/>
            <ac:spMk id="6" creationId="{90C10591-8391-B6A2-703D-0319B5DCEA8B}"/>
          </ac:spMkLst>
        </pc:spChg>
        <pc:spChg chg="add del mod">
          <ac:chgData name="Alka Sahu" userId="86ad468662d73efb" providerId="LiveId" clId="{AF9A5844-BA8E-422D-8568-594D209B455C}" dt="2025-09-19T14:56:50.209" v="501" actId="478"/>
          <ac:spMkLst>
            <pc:docMk/>
            <pc:sldMk cId="4164018407" sldId="260"/>
            <ac:spMk id="7" creationId="{F81604A0-F927-2776-56C5-8C5A2EA2BD4D}"/>
          </ac:spMkLst>
        </pc:spChg>
        <pc:spChg chg="add del mod">
          <ac:chgData name="Alka Sahu" userId="86ad468662d73efb" providerId="LiveId" clId="{AF9A5844-BA8E-422D-8568-594D209B455C}" dt="2025-09-19T14:56:50.209" v="501" actId="478"/>
          <ac:spMkLst>
            <pc:docMk/>
            <pc:sldMk cId="4164018407" sldId="260"/>
            <ac:spMk id="9" creationId="{512E1C2C-CD62-9274-CC98-240E895E43C9}"/>
          </ac:spMkLst>
        </pc:spChg>
        <pc:spChg chg="add del mod">
          <ac:chgData name="Alka Sahu" userId="86ad468662d73efb" providerId="LiveId" clId="{AF9A5844-BA8E-422D-8568-594D209B455C}" dt="2025-09-19T14:56:50.209" v="501" actId="478"/>
          <ac:spMkLst>
            <pc:docMk/>
            <pc:sldMk cId="4164018407" sldId="260"/>
            <ac:spMk id="10" creationId="{FC13E570-4C64-5FA3-C741-B2BCD862C4AD}"/>
          </ac:spMkLst>
        </pc:spChg>
        <pc:spChg chg="add del mod">
          <ac:chgData name="Alka Sahu" userId="86ad468662d73efb" providerId="LiveId" clId="{AF9A5844-BA8E-422D-8568-594D209B455C}" dt="2025-09-19T14:56:50.209" v="501" actId="478"/>
          <ac:spMkLst>
            <pc:docMk/>
            <pc:sldMk cId="4164018407" sldId="260"/>
            <ac:spMk id="11" creationId="{96C10DF5-7412-BC7E-9EFA-EAA0DD497EB0}"/>
          </ac:spMkLst>
        </pc:spChg>
        <pc:spChg chg="add del mod">
          <ac:chgData name="Alka Sahu" userId="86ad468662d73efb" providerId="LiveId" clId="{AF9A5844-BA8E-422D-8568-594D209B455C}" dt="2025-09-19T15:36:52.810" v="689" actId="478"/>
          <ac:spMkLst>
            <pc:docMk/>
            <pc:sldMk cId="4164018407" sldId="260"/>
            <ac:spMk id="12" creationId="{B5A537D1-0995-3106-27BC-9B1ACC4AEAC0}"/>
          </ac:spMkLst>
        </pc:spChg>
        <pc:spChg chg="add mod">
          <ac:chgData name="Alka Sahu" userId="86ad468662d73efb" providerId="LiveId" clId="{AF9A5844-BA8E-422D-8568-594D209B455C}" dt="2025-09-19T15:36:56.423" v="692" actId="20577"/>
          <ac:spMkLst>
            <pc:docMk/>
            <pc:sldMk cId="4164018407" sldId="260"/>
            <ac:spMk id="14" creationId="{88EE7B6A-EB9C-9126-3EBD-273CCE7F5A73}"/>
          </ac:spMkLst>
        </pc:spChg>
        <pc:picChg chg="add del mod">
          <ac:chgData name="Alka Sahu" userId="86ad468662d73efb" providerId="LiveId" clId="{AF9A5844-BA8E-422D-8568-594D209B455C}" dt="2025-09-19T14:56:50.209" v="501" actId="478"/>
          <ac:picMkLst>
            <pc:docMk/>
            <pc:sldMk cId="4164018407" sldId="260"/>
            <ac:picMk id="8" creationId="{AFDB13B1-ADA4-6987-CCBF-6230F154E79D}"/>
          </ac:picMkLst>
        </pc:picChg>
        <pc:picChg chg="add mod ord">
          <ac:chgData name="Alka Sahu" userId="86ad468662d73efb" providerId="LiveId" clId="{AF9A5844-BA8E-422D-8568-594D209B455C}" dt="2025-09-19T14:56:54.485" v="503" actId="167"/>
          <ac:picMkLst>
            <pc:docMk/>
            <pc:sldMk cId="4164018407" sldId="260"/>
            <ac:picMk id="13" creationId="{89E079C9-310B-36BE-8D32-F8C01E572E4B}"/>
          </ac:picMkLst>
        </pc:picChg>
      </pc:sldChg>
      <pc:sldChg chg="addSp delSp modSp add del mod">
        <pc:chgData name="Alka Sahu" userId="86ad468662d73efb" providerId="LiveId" clId="{AF9A5844-BA8E-422D-8568-594D209B455C}" dt="2025-09-20T02:51:30.887" v="728" actId="167"/>
        <pc:sldMkLst>
          <pc:docMk/>
          <pc:sldMk cId="887745850" sldId="261"/>
        </pc:sldMkLst>
        <pc:spChg chg="mod">
          <ac:chgData name="Alka Sahu" userId="86ad468662d73efb" providerId="LiveId" clId="{AF9A5844-BA8E-422D-8568-594D209B455C}" dt="2025-09-19T14:56:28.384" v="490" actId="1035"/>
          <ac:spMkLst>
            <pc:docMk/>
            <pc:sldMk cId="887745850" sldId="261"/>
            <ac:spMk id="2" creationId="{6C21EFBE-AEE7-D910-FB79-BB03FE0F6DCB}"/>
          </ac:spMkLst>
        </pc:spChg>
        <pc:spChg chg="mod">
          <ac:chgData name="Alka Sahu" userId="86ad468662d73efb" providerId="LiveId" clId="{AF9A5844-BA8E-422D-8568-594D209B455C}" dt="2025-09-19T15:36:05.121" v="679" actId="1076"/>
          <ac:spMkLst>
            <pc:docMk/>
            <pc:sldMk cId="887745850" sldId="261"/>
            <ac:spMk id="3" creationId="{D096969F-A37C-7C81-C97E-F4BF315C7557}"/>
          </ac:spMkLst>
        </pc:spChg>
        <pc:spChg chg="add del mod">
          <ac:chgData name="Alka Sahu" userId="86ad468662d73efb" providerId="LiveId" clId="{AF9A5844-BA8E-422D-8568-594D209B455C}" dt="2025-09-19T14:38:07.399" v="382" actId="478"/>
          <ac:spMkLst>
            <pc:docMk/>
            <pc:sldMk cId="887745850" sldId="261"/>
            <ac:spMk id="4" creationId="{DA45CE2C-499D-7A55-0F6E-CBC4769BAB39}"/>
          </ac:spMkLst>
        </pc:spChg>
        <pc:spChg chg="add del mod">
          <ac:chgData name="Alka Sahu" userId="86ad468662d73efb" providerId="LiveId" clId="{AF9A5844-BA8E-422D-8568-594D209B455C}" dt="2025-09-19T14:38:07.399" v="382" actId="478"/>
          <ac:spMkLst>
            <pc:docMk/>
            <pc:sldMk cId="887745850" sldId="261"/>
            <ac:spMk id="5" creationId="{099120AE-4EDF-DED4-2267-855E7FD31F43}"/>
          </ac:spMkLst>
        </pc:spChg>
        <pc:spChg chg="add del mod">
          <ac:chgData name="Alka Sahu" userId="86ad468662d73efb" providerId="LiveId" clId="{AF9A5844-BA8E-422D-8568-594D209B455C}" dt="2025-09-19T14:38:07.399" v="382" actId="478"/>
          <ac:spMkLst>
            <pc:docMk/>
            <pc:sldMk cId="887745850" sldId="261"/>
            <ac:spMk id="6" creationId="{7ED9AE9D-8198-80C4-B241-7AA7A6D9B313}"/>
          </ac:spMkLst>
        </pc:spChg>
        <pc:spChg chg="add del mod">
          <ac:chgData name="Alka Sahu" userId="86ad468662d73efb" providerId="LiveId" clId="{AF9A5844-BA8E-422D-8568-594D209B455C}" dt="2025-09-19T14:56:13.837" v="458" actId="478"/>
          <ac:spMkLst>
            <pc:docMk/>
            <pc:sldMk cId="887745850" sldId="261"/>
            <ac:spMk id="7" creationId="{197EC726-0E43-64AD-63CC-110805F073AF}"/>
          </ac:spMkLst>
        </pc:spChg>
        <pc:spChg chg="add del mod">
          <ac:chgData name="Alka Sahu" userId="86ad468662d73efb" providerId="LiveId" clId="{AF9A5844-BA8E-422D-8568-594D209B455C}" dt="2025-09-19T14:56:13.837" v="458" actId="478"/>
          <ac:spMkLst>
            <pc:docMk/>
            <pc:sldMk cId="887745850" sldId="261"/>
            <ac:spMk id="9" creationId="{F7B57B89-1B10-1E1E-B146-A93D18ABCD8D}"/>
          </ac:spMkLst>
        </pc:spChg>
        <pc:spChg chg="add del mod">
          <ac:chgData name="Alka Sahu" userId="86ad468662d73efb" providerId="LiveId" clId="{AF9A5844-BA8E-422D-8568-594D209B455C}" dt="2025-09-19T14:56:13.837" v="458" actId="478"/>
          <ac:spMkLst>
            <pc:docMk/>
            <pc:sldMk cId="887745850" sldId="261"/>
            <ac:spMk id="10" creationId="{090AD179-F8A7-D329-4B50-95B0FD4B126D}"/>
          </ac:spMkLst>
        </pc:spChg>
        <pc:spChg chg="add del mod">
          <ac:chgData name="Alka Sahu" userId="86ad468662d73efb" providerId="LiveId" clId="{AF9A5844-BA8E-422D-8568-594D209B455C}" dt="2025-09-19T14:56:13.837" v="458" actId="478"/>
          <ac:spMkLst>
            <pc:docMk/>
            <pc:sldMk cId="887745850" sldId="261"/>
            <ac:spMk id="11" creationId="{337B11E7-98CC-A1D7-87DC-1A85D8E26509}"/>
          </ac:spMkLst>
        </pc:spChg>
        <pc:spChg chg="add del mod">
          <ac:chgData name="Alka Sahu" userId="86ad468662d73efb" providerId="LiveId" clId="{AF9A5844-BA8E-422D-8568-594D209B455C}" dt="2025-09-19T15:37:25.815" v="693" actId="478"/>
          <ac:spMkLst>
            <pc:docMk/>
            <pc:sldMk cId="887745850" sldId="261"/>
            <ac:spMk id="12" creationId="{6A6232E7-16D9-A18F-1087-B66688F53168}"/>
          </ac:spMkLst>
        </pc:spChg>
        <pc:spChg chg="add mod">
          <ac:chgData name="Alka Sahu" userId="86ad468662d73efb" providerId="LiveId" clId="{AF9A5844-BA8E-422D-8568-594D209B455C}" dt="2025-09-19T15:37:30.371" v="696" actId="20577"/>
          <ac:spMkLst>
            <pc:docMk/>
            <pc:sldMk cId="887745850" sldId="261"/>
            <ac:spMk id="14" creationId="{018217B4-71C8-76BA-3D82-BD77B640614B}"/>
          </ac:spMkLst>
        </pc:spChg>
        <pc:picChg chg="add del mod">
          <ac:chgData name="Alka Sahu" userId="86ad468662d73efb" providerId="LiveId" clId="{AF9A5844-BA8E-422D-8568-594D209B455C}" dt="2025-09-19T14:56:13.837" v="458" actId="478"/>
          <ac:picMkLst>
            <pc:docMk/>
            <pc:sldMk cId="887745850" sldId="261"/>
            <ac:picMk id="8" creationId="{6B2F9D12-CDEA-CEBC-FA6B-575381823F35}"/>
          </ac:picMkLst>
        </pc:picChg>
        <pc:picChg chg="add mod ord">
          <ac:chgData name="Alka Sahu" userId="86ad468662d73efb" providerId="LiveId" clId="{AF9A5844-BA8E-422D-8568-594D209B455C}" dt="2025-09-20T02:51:30.887" v="728" actId="167"/>
          <ac:picMkLst>
            <pc:docMk/>
            <pc:sldMk cId="887745850" sldId="261"/>
            <ac:picMk id="13" creationId="{1C45537F-61B5-A5D0-431B-1B9091EF9C14}"/>
          </ac:picMkLst>
        </pc:picChg>
      </pc:sldChg>
      <pc:sldChg chg="addSp delSp modSp add del mod">
        <pc:chgData name="Alka Sahu" userId="86ad468662d73efb" providerId="LiveId" clId="{AF9A5844-BA8E-422D-8568-594D209B455C}" dt="2025-09-20T02:58:48.719" v="732" actId="6549"/>
        <pc:sldMkLst>
          <pc:docMk/>
          <pc:sldMk cId="648240395" sldId="262"/>
        </pc:sldMkLst>
        <pc:spChg chg="mod">
          <ac:chgData name="Alka Sahu" userId="86ad468662d73efb" providerId="LiveId" clId="{AF9A5844-BA8E-422D-8568-594D209B455C}" dt="2025-09-19T14:55:59.271" v="457" actId="1035"/>
          <ac:spMkLst>
            <pc:docMk/>
            <pc:sldMk cId="648240395" sldId="262"/>
            <ac:spMk id="2" creationId="{946F38CF-DE1D-5819-FD59-718032406055}"/>
          </ac:spMkLst>
        </pc:spChg>
        <pc:spChg chg="mod">
          <ac:chgData name="Alka Sahu" userId="86ad468662d73efb" providerId="LiveId" clId="{AF9A5844-BA8E-422D-8568-594D209B455C}" dt="2025-09-20T02:58:48.719" v="732" actId="6549"/>
          <ac:spMkLst>
            <pc:docMk/>
            <pc:sldMk cId="648240395" sldId="262"/>
            <ac:spMk id="3" creationId="{660568CB-9802-C046-3254-763292BB3F6F}"/>
          </ac:spMkLst>
        </pc:spChg>
        <pc:spChg chg="add del mod">
          <ac:chgData name="Alka Sahu" userId="86ad468662d73efb" providerId="LiveId" clId="{AF9A5844-BA8E-422D-8568-594D209B455C}" dt="2025-09-19T14:38:16.406" v="385" actId="478"/>
          <ac:spMkLst>
            <pc:docMk/>
            <pc:sldMk cId="648240395" sldId="262"/>
            <ac:spMk id="4" creationId="{39BE5AE0-0C8E-6DF8-08D6-7717EE60AD8C}"/>
          </ac:spMkLst>
        </pc:spChg>
        <pc:spChg chg="add del mod">
          <ac:chgData name="Alka Sahu" userId="86ad468662d73efb" providerId="LiveId" clId="{AF9A5844-BA8E-422D-8568-594D209B455C}" dt="2025-09-19T14:38:14.804" v="384" actId="478"/>
          <ac:spMkLst>
            <pc:docMk/>
            <pc:sldMk cId="648240395" sldId="262"/>
            <ac:spMk id="5" creationId="{FC4699A1-737E-4B27-B839-6E7E2F7DAF94}"/>
          </ac:spMkLst>
        </pc:spChg>
        <pc:spChg chg="add del mod">
          <ac:chgData name="Alka Sahu" userId="86ad468662d73efb" providerId="LiveId" clId="{AF9A5844-BA8E-422D-8568-594D209B455C}" dt="2025-09-19T14:38:14.804" v="384" actId="478"/>
          <ac:spMkLst>
            <pc:docMk/>
            <pc:sldMk cId="648240395" sldId="262"/>
            <ac:spMk id="6" creationId="{63A187FA-963C-5296-E227-A270CE0287BA}"/>
          </ac:spMkLst>
        </pc:spChg>
        <pc:spChg chg="add del mod">
          <ac:chgData name="Alka Sahu" userId="86ad468662d73efb" providerId="LiveId" clId="{AF9A5844-BA8E-422D-8568-594D209B455C}" dt="2025-09-19T14:54:50.599" v="404" actId="478"/>
          <ac:spMkLst>
            <pc:docMk/>
            <pc:sldMk cId="648240395" sldId="262"/>
            <ac:spMk id="7" creationId="{95F3D74D-AD9A-D89C-A738-5FEC72CE7241}"/>
          </ac:spMkLst>
        </pc:spChg>
        <pc:spChg chg="add del mod">
          <ac:chgData name="Alka Sahu" userId="86ad468662d73efb" providerId="LiveId" clId="{AF9A5844-BA8E-422D-8568-594D209B455C}" dt="2025-09-19T14:54:50.599" v="404" actId="478"/>
          <ac:spMkLst>
            <pc:docMk/>
            <pc:sldMk cId="648240395" sldId="262"/>
            <ac:spMk id="9" creationId="{A7A3C823-1E2D-A4F3-EB61-CB78CA41CF38}"/>
          </ac:spMkLst>
        </pc:spChg>
        <pc:spChg chg="add del mod">
          <ac:chgData name="Alka Sahu" userId="86ad468662d73efb" providerId="LiveId" clId="{AF9A5844-BA8E-422D-8568-594D209B455C}" dt="2025-09-19T14:54:50.599" v="404" actId="478"/>
          <ac:spMkLst>
            <pc:docMk/>
            <pc:sldMk cId="648240395" sldId="262"/>
            <ac:spMk id="10" creationId="{E295EA35-CD93-FF6B-4867-A6E5A035B433}"/>
          </ac:spMkLst>
        </pc:spChg>
        <pc:spChg chg="add del mod">
          <ac:chgData name="Alka Sahu" userId="86ad468662d73efb" providerId="LiveId" clId="{AF9A5844-BA8E-422D-8568-594D209B455C}" dt="2025-09-19T14:54:50.599" v="404" actId="478"/>
          <ac:spMkLst>
            <pc:docMk/>
            <pc:sldMk cId="648240395" sldId="262"/>
            <ac:spMk id="11" creationId="{18FBD488-8C84-F16C-8004-A4372F68EF84}"/>
          </ac:spMkLst>
        </pc:spChg>
        <pc:spChg chg="add del mod">
          <ac:chgData name="Alka Sahu" userId="86ad468662d73efb" providerId="LiveId" clId="{AF9A5844-BA8E-422D-8568-594D209B455C}" dt="2025-09-19T14:54:50.599" v="404" actId="478"/>
          <ac:spMkLst>
            <pc:docMk/>
            <pc:sldMk cId="648240395" sldId="262"/>
            <ac:spMk id="12" creationId="{A08C033D-CEA6-CEBF-6676-EF72D0AC0168}"/>
          </ac:spMkLst>
        </pc:spChg>
        <pc:spChg chg="add mod">
          <ac:chgData name="Alka Sahu" userId="86ad468662d73efb" providerId="LiveId" clId="{AF9A5844-BA8E-422D-8568-594D209B455C}" dt="2025-09-19T15:37:36.945" v="699" actId="20577"/>
          <ac:spMkLst>
            <pc:docMk/>
            <pc:sldMk cId="648240395" sldId="262"/>
            <ac:spMk id="14" creationId="{1E06BF2B-CC21-AC31-BA11-F8DCC7C0D061}"/>
          </ac:spMkLst>
        </pc:spChg>
        <pc:picChg chg="add del mod">
          <ac:chgData name="Alka Sahu" userId="86ad468662d73efb" providerId="LiveId" clId="{AF9A5844-BA8E-422D-8568-594D209B455C}" dt="2025-09-19T14:54:50.599" v="404" actId="478"/>
          <ac:picMkLst>
            <pc:docMk/>
            <pc:sldMk cId="648240395" sldId="262"/>
            <ac:picMk id="8" creationId="{D3967C5C-14DD-C42F-381C-B372DADDF33A}"/>
          </ac:picMkLst>
        </pc:picChg>
        <pc:picChg chg="add mod ord">
          <ac:chgData name="Alka Sahu" userId="86ad468662d73efb" providerId="LiveId" clId="{AF9A5844-BA8E-422D-8568-594D209B455C}" dt="2025-09-19T15:38:11.444" v="705" actId="167"/>
          <ac:picMkLst>
            <pc:docMk/>
            <pc:sldMk cId="648240395" sldId="262"/>
            <ac:picMk id="13" creationId="{A1E6FCEB-5742-2377-5418-B9E27E47FBFF}"/>
          </ac:picMkLst>
        </pc:picChg>
      </pc:sldChg>
      <pc:sldChg chg="addSp delSp modSp new add del mod">
        <pc:chgData name="Alka Sahu" userId="86ad468662d73efb" providerId="LiveId" clId="{AF9A5844-BA8E-422D-8568-594D209B455C}" dt="2025-09-20T02:58:30.748" v="731" actId="47"/>
        <pc:sldMkLst>
          <pc:docMk/>
          <pc:sldMk cId="610591003" sldId="263"/>
        </pc:sldMkLst>
        <pc:spChg chg="del">
          <ac:chgData name="Alka Sahu" userId="86ad468662d73efb" providerId="LiveId" clId="{AF9A5844-BA8E-422D-8568-594D209B455C}" dt="2025-09-19T14:43:11.811" v="395" actId="478"/>
          <ac:spMkLst>
            <pc:docMk/>
            <pc:sldMk cId="610591003" sldId="263"/>
            <ac:spMk id="2" creationId="{113044C8-80FF-665A-E77C-993F198DCCE8}"/>
          </ac:spMkLst>
        </pc:spChg>
        <pc:spChg chg="del">
          <ac:chgData name="Alka Sahu" userId="86ad468662d73efb" providerId="LiveId" clId="{AF9A5844-BA8E-422D-8568-594D209B455C}" dt="2025-09-19T14:43:13.933" v="396" actId="478"/>
          <ac:spMkLst>
            <pc:docMk/>
            <pc:sldMk cId="610591003" sldId="263"/>
            <ac:spMk id="3" creationId="{FA42680F-179B-2F1C-BFC7-B9F837C63701}"/>
          </ac:spMkLst>
        </pc:spChg>
        <pc:spChg chg="add del mod">
          <ac:chgData name="Alka Sahu" userId="86ad468662d73efb" providerId="LiveId" clId="{AF9A5844-BA8E-422D-8568-594D209B455C}" dt="2025-09-19T14:54:37.546" v="402" actId="478"/>
          <ac:spMkLst>
            <pc:docMk/>
            <pc:sldMk cId="610591003" sldId="263"/>
            <ac:spMk id="4" creationId="{42A2495D-E8CE-2639-CF31-8ADEA64B34C4}"/>
          </ac:spMkLst>
        </pc:spChg>
        <pc:spChg chg="add del mod">
          <ac:chgData name="Alka Sahu" userId="86ad468662d73efb" providerId="LiveId" clId="{AF9A5844-BA8E-422D-8568-594D209B455C}" dt="2025-09-19T14:54:37.546" v="402" actId="478"/>
          <ac:spMkLst>
            <pc:docMk/>
            <pc:sldMk cId="610591003" sldId="263"/>
            <ac:spMk id="6" creationId="{11A24DD3-3DE8-F64D-3AD1-C3D9B9491A66}"/>
          </ac:spMkLst>
        </pc:spChg>
        <pc:spChg chg="add del mod">
          <ac:chgData name="Alka Sahu" userId="86ad468662d73efb" providerId="LiveId" clId="{AF9A5844-BA8E-422D-8568-594D209B455C}" dt="2025-09-19T14:54:37.546" v="402" actId="478"/>
          <ac:spMkLst>
            <pc:docMk/>
            <pc:sldMk cId="610591003" sldId="263"/>
            <ac:spMk id="7" creationId="{429C324C-332C-F7A1-AFB4-B39367726DF0}"/>
          </ac:spMkLst>
        </pc:spChg>
        <pc:spChg chg="add del mod">
          <ac:chgData name="Alka Sahu" userId="86ad468662d73efb" providerId="LiveId" clId="{AF9A5844-BA8E-422D-8568-594D209B455C}" dt="2025-09-19T14:54:37.546" v="402" actId="478"/>
          <ac:spMkLst>
            <pc:docMk/>
            <pc:sldMk cId="610591003" sldId="263"/>
            <ac:spMk id="8" creationId="{F7A94518-7D98-FA53-56DD-4E0E2E720D2A}"/>
          </ac:spMkLst>
        </pc:spChg>
        <pc:spChg chg="add mod">
          <ac:chgData name="Alka Sahu" userId="86ad468662d73efb" providerId="LiveId" clId="{AF9A5844-BA8E-422D-8568-594D209B455C}" dt="2025-09-19T15:37:45.288" v="702" actId="20577"/>
          <ac:spMkLst>
            <pc:docMk/>
            <pc:sldMk cId="610591003" sldId="263"/>
            <ac:spMk id="10" creationId="{D615F81F-9D4C-CEE8-F970-B2D46C667574}"/>
          </ac:spMkLst>
        </pc:spChg>
        <pc:picChg chg="add del mod">
          <ac:chgData name="Alka Sahu" userId="86ad468662d73efb" providerId="LiveId" clId="{AF9A5844-BA8E-422D-8568-594D209B455C}" dt="2025-09-19T14:54:37.546" v="402" actId="478"/>
          <ac:picMkLst>
            <pc:docMk/>
            <pc:sldMk cId="610591003" sldId="263"/>
            <ac:picMk id="5" creationId="{72FB77B4-6963-05A8-BFCF-B19F81E92C70}"/>
          </ac:picMkLst>
        </pc:picChg>
        <pc:picChg chg="add mod ord">
          <ac:chgData name="Alka Sahu" userId="86ad468662d73efb" providerId="LiveId" clId="{AF9A5844-BA8E-422D-8568-594D209B455C}" dt="2025-09-19T15:38:01.555" v="704" actId="167"/>
          <ac:picMkLst>
            <pc:docMk/>
            <pc:sldMk cId="610591003" sldId="263"/>
            <ac:picMk id="9" creationId="{3C0E125E-967E-0BC5-6FFB-F23DE065EAF3}"/>
          </ac:picMkLst>
        </pc:picChg>
      </pc:sldChg>
      <pc:sldChg chg="addSp delSp modSp new add del mod">
        <pc:chgData name="Alka Sahu" userId="86ad468662d73efb" providerId="LiveId" clId="{AF9A5844-BA8E-422D-8568-594D209B455C}" dt="2025-09-20T02:57:37.364" v="729" actId="47"/>
        <pc:sldMkLst>
          <pc:docMk/>
          <pc:sldMk cId="62379264" sldId="264"/>
        </pc:sldMkLst>
        <pc:spChg chg="del">
          <ac:chgData name="Alka Sahu" userId="86ad468662d73efb" providerId="LiveId" clId="{AF9A5844-BA8E-422D-8568-594D209B455C}" dt="2025-09-19T14:53:42.734" v="399" actId="478"/>
          <ac:spMkLst>
            <pc:docMk/>
            <pc:sldMk cId="62379264" sldId="264"/>
            <ac:spMk id="2" creationId="{3052C847-4C0C-6BB7-EB78-BE1F16EFBBAE}"/>
          </ac:spMkLst>
        </pc:spChg>
        <pc:spChg chg="del">
          <ac:chgData name="Alka Sahu" userId="86ad468662d73efb" providerId="LiveId" clId="{AF9A5844-BA8E-422D-8568-594D209B455C}" dt="2025-09-19T14:53:42.734" v="399" actId="478"/>
          <ac:spMkLst>
            <pc:docMk/>
            <pc:sldMk cId="62379264" sldId="264"/>
            <ac:spMk id="3" creationId="{8386B781-6279-7B39-3748-47C89890A369}"/>
          </ac:spMkLst>
        </pc:spChg>
        <pc:picChg chg="add mod">
          <ac:chgData name="Alka Sahu" userId="86ad468662d73efb" providerId="LiveId" clId="{AF9A5844-BA8E-422D-8568-594D209B455C}" dt="2025-09-19T14:54:04.211" v="401" actId="27614"/>
          <ac:picMkLst>
            <pc:docMk/>
            <pc:sldMk cId="62379264" sldId="264"/>
            <ac:picMk id="5" creationId="{6C848C6E-C42D-959A-94E4-AA69BCBAA9B9}"/>
          </ac:picMkLst>
        </pc:picChg>
      </pc:sldChg>
      <pc:sldChg chg="addSp delSp modSp new add del mod ord">
        <pc:chgData name="Alka Sahu" userId="86ad468662d73efb" providerId="LiveId" clId="{AF9A5844-BA8E-422D-8568-594D209B455C}" dt="2025-09-20T02:50:23.472" v="727"/>
        <pc:sldMkLst>
          <pc:docMk/>
          <pc:sldMk cId="1100399351" sldId="265"/>
        </pc:sldMkLst>
        <pc:spChg chg="del">
          <ac:chgData name="Alka Sahu" userId="86ad468662d73efb" providerId="LiveId" clId="{AF9A5844-BA8E-422D-8568-594D209B455C}" dt="2025-09-19T16:52:02.803" v="711" actId="478"/>
          <ac:spMkLst>
            <pc:docMk/>
            <pc:sldMk cId="1100399351" sldId="265"/>
            <ac:spMk id="2" creationId="{C80FA004-1B0D-EC4C-B1FD-B4CE38BD6C80}"/>
          </ac:spMkLst>
        </pc:spChg>
        <pc:spChg chg="del">
          <ac:chgData name="Alka Sahu" userId="86ad468662d73efb" providerId="LiveId" clId="{AF9A5844-BA8E-422D-8568-594D209B455C}" dt="2025-09-19T16:52:02.803" v="711" actId="478"/>
          <ac:spMkLst>
            <pc:docMk/>
            <pc:sldMk cId="1100399351" sldId="265"/>
            <ac:spMk id="3" creationId="{ED65CC71-6824-0E5E-2E6E-1B068346A1C9}"/>
          </ac:spMkLst>
        </pc:spChg>
        <pc:spChg chg="add del mod">
          <ac:chgData name="Alka Sahu" userId="86ad468662d73efb" providerId="LiveId" clId="{AF9A5844-BA8E-422D-8568-594D209B455C}" dt="2025-09-19T16:52:12.285" v="714" actId="478"/>
          <ac:spMkLst>
            <pc:docMk/>
            <pc:sldMk cId="1100399351" sldId="265"/>
            <ac:spMk id="5" creationId="{007058D9-7788-E6D9-6064-0C6CB4F7AF15}"/>
          </ac:spMkLst>
        </pc:spChg>
        <pc:spChg chg="add mod">
          <ac:chgData name="Alka Sahu" userId="86ad468662d73efb" providerId="LiveId" clId="{AF9A5844-BA8E-422D-8568-594D209B455C}" dt="2025-09-19T16:54:08.789" v="725" actId="1076"/>
          <ac:spMkLst>
            <pc:docMk/>
            <pc:sldMk cId="1100399351" sldId="265"/>
            <ac:spMk id="8" creationId="{C47FD074-A999-C3F2-6240-2CB67C08899B}"/>
          </ac:spMkLst>
        </pc:spChg>
        <pc:picChg chg="add mod ord">
          <ac:chgData name="Alka Sahu" userId="86ad468662d73efb" providerId="LiveId" clId="{AF9A5844-BA8E-422D-8568-594D209B455C}" dt="2025-09-19T16:52:56.779" v="721" actId="167"/>
          <ac:picMkLst>
            <pc:docMk/>
            <pc:sldMk cId="1100399351" sldId="265"/>
            <ac:picMk id="7" creationId="{95464D3B-7118-E69A-2D8B-2806B314303D}"/>
          </ac:picMkLst>
        </pc:picChg>
      </pc:sldChg>
      <pc:sldChg chg="add del">
        <pc:chgData name="Alka Sahu" userId="86ad468662d73efb" providerId="LiveId" clId="{AF9A5844-BA8E-422D-8568-594D209B455C}" dt="2025-09-19T15:32:34.605" v="657"/>
        <pc:sldMkLst>
          <pc:docMk/>
          <pc:sldMk cId="3854481877" sldId="265"/>
        </pc:sldMkLst>
      </pc:sldChg>
      <pc:sldChg chg="addSp delSp modSp new del mod">
        <pc:chgData name="Alka Sahu" userId="86ad468662d73efb" providerId="LiveId" clId="{AF9A5844-BA8E-422D-8568-594D209B455C}" dt="2025-09-20T02:59:52.631" v="738" actId="47"/>
        <pc:sldMkLst>
          <pc:docMk/>
          <pc:sldMk cId="2734102924" sldId="266"/>
        </pc:sldMkLst>
        <pc:spChg chg="del">
          <ac:chgData name="Alka Sahu" userId="86ad468662d73efb" providerId="LiveId" clId="{AF9A5844-BA8E-422D-8568-594D209B455C}" dt="2025-09-20T02:59:30.511" v="734" actId="478"/>
          <ac:spMkLst>
            <pc:docMk/>
            <pc:sldMk cId="2734102924" sldId="266"/>
            <ac:spMk id="2" creationId="{5FC45870-299E-4371-E5E8-5527E84473F3}"/>
          </ac:spMkLst>
        </pc:spChg>
        <pc:spChg chg="del">
          <ac:chgData name="Alka Sahu" userId="86ad468662d73efb" providerId="LiveId" clId="{AF9A5844-BA8E-422D-8568-594D209B455C}" dt="2025-09-20T02:59:30.511" v="734" actId="478"/>
          <ac:spMkLst>
            <pc:docMk/>
            <pc:sldMk cId="2734102924" sldId="266"/>
            <ac:spMk id="3" creationId="{DF641127-EC7C-E3CC-AF3B-9F12039553D2}"/>
          </ac:spMkLst>
        </pc:spChg>
        <pc:picChg chg="add mod">
          <ac:chgData name="Alka Sahu" userId="86ad468662d73efb" providerId="LiveId" clId="{AF9A5844-BA8E-422D-8568-594D209B455C}" dt="2025-09-20T02:59:37.307" v="737" actId="962"/>
          <ac:picMkLst>
            <pc:docMk/>
            <pc:sldMk cId="2734102924" sldId="266"/>
            <ac:picMk id="4" creationId="{BB920F81-F7B8-85BC-C56E-D5B1DDE256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3B7CE6-2B66-B339-F13A-BF66949CD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FA20204-1A7F-2686-4B96-27921F5DA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7804DF4-A859-1411-CCBA-D95033C5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48AA2A-3BE7-987F-31FD-CCE34559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B776DD-20DF-D20D-557B-D271C9F3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416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3BCF07-9346-7370-784C-BE708B35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73F25C-652F-F3D8-456D-A265FD9D6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B3BC6E-D951-6FDF-A89C-D35BE000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CE52F9-806C-FB63-26E0-E548502C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18C4AB-1944-6E67-1FB9-3185555E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5542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F09E11-86B5-9FDC-3045-EDA12A1E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1BFE7B7-59E4-44E3-E041-D2BD2AEDC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3A6641-C3A6-06F1-9A0B-9DD31977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7EE8D0-3EF3-4DFC-DD44-714CF543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0EBB2F-266A-0989-5E27-96AB4AB4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871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95FE28-4D03-8CE3-3970-1C63B189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76F631-4B68-E1E1-01FC-B2A5B6EAE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32C042D-6B2E-69C7-3A4B-80E09149F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338F47F-7C87-5D8A-99C6-734973A4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0EB113-EE31-024F-EACF-806E25CD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98675DA-BCAF-D8C5-B261-13F84E11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4814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D301F3-56F7-B5B1-39EF-36895AAD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DD609D-CC82-5383-18A7-421473029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B856CB4-5EFB-1878-6E82-CFF121F8C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C1F4646-B6E2-B747-2FBB-35CB2EC48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50FDD46-3A99-A957-54C7-059348F5C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291894B-EF27-6CD3-77D4-FEA87D1A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41067B9-3AA5-DABE-532E-B097824C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3D7FF11-3A12-6B7C-C3EE-5B090AFA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0222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B23F99-45EA-C597-DF88-92FAB017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0DCC4EC-9105-DF61-194E-9A85BFC6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EE03124-B197-A429-0FAF-96B8FFAD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602870E-322D-A2F2-C979-E095EE86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6587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6AFF20B-2439-59B0-9246-9A2793E9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29D64D5-8CEF-F0CE-AC9B-BF3BA695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30FF7B0-8D22-B364-30FF-36420AE5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66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4EC4E-6952-F92D-B112-0C7F6201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60080A-0714-40DF-3D54-9599F7A74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67EE144-7419-0FAE-1EF8-5B9A7E5EB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E4C1C5-8792-89FF-4C69-C0058C82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4D73637-2AE2-BB69-C8FC-CCEE9784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A273426-DB5E-A833-4BC0-CDC17EE7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7681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5C5CB8-A663-F263-60F8-FF902AC04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DAE6402-2C10-7219-45C6-9B12324ED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3D4A1FE-D1CE-F35C-91FA-9F552E985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5EDFD76-B70C-168B-E82D-DE750DAB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D4D402-5344-78E0-8BC2-6E18B8C6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40322B1-3026-CFC6-0F4A-B58B9DF0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4266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3327A2-B93C-5315-8438-70D13A6E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D05E87A-1944-7322-AC42-461134B2A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BDDC9B-3D37-FBB9-5A11-48440763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96C827-9A7D-9B92-7C04-979CF013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7EBC3B-AED8-A422-E6BD-FAB81BC6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473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C27E2FC-0EC4-5CD8-1C6E-1D66D8533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2F70465-E18E-E0E6-9EB7-F791F6522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13593-8047-CF1B-BD3D-B4945A6E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C0C822-2D88-9F8B-8900-7BBD27DE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5CD4FD-F055-47A1-A96F-08913D32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8101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6CBA6B5-7471-B172-3D0E-5B6CEF61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0EB6D7-6B5C-7B2D-3ABE-1F91533FE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B4A5B8-60AD-EAFF-9F73-034C68E47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85F3A-8891-4383-B2D7-F30B27566870}" type="datetimeFigureOut">
              <a:rPr lang="en-IN" smtClean="0"/>
              <a:pPr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811DD60-9D86-7637-0942-E65567A97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183366-60CD-5C57-0B11-43D4D8A07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B9B0A-675B-4DE9-A85B-397B0E4545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724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WATER%20BODIES%20AND%20RIVER%20CONSEVATION.ppt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orange sign with white text&#10;&#10;AI-generated content may be incorrect.">
            <a:extLst>
              <a:ext uri="{FF2B5EF4-FFF2-40B4-BE49-F238E27FC236}">
                <a16:creationId xmlns:a16="http://schemas.microsoft.com/office/drawing/2014/main" xmlns="" id="{95464D3B-7118-E69A-2D8B-2806B314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47FD074-A999-C3F2-6240-2CB67C08899B}"/>
              </a:ext>
            </a:extLst>
          </p:cNvPr>
          <p:cNvSpPr txBox="1"/>
          <p:nvPr/>
        </p:nvSpPr>
        <p:spPr>
          <a:xfrm>
            <a:off x="1349118" y="4601308"/>
            <a:ext cx="771281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  <a:r>
              <a:rPr lang="en-US" sz="24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Code bringers</a:t>
            </a: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THEME : </a:t>
            </a:r>
            <a:r>
              <a:rPr lang="en-US" sz="24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Water bodies and river conservation</a:t>
            </a: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 CATEGORY : </a:t>
            </a:r>
            <a:r>
              <a:rPr lang="en-US" sz="24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</a:t>
            </a: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039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ack and orange rectangle&#10;&#10;AI-generated content may be incorrect.">
            <a:extLst>
              <a:ext uri="{FF2B5EF4-FFF2-40B4-BE49-F238E27FC236}">
                <a16:creationId xmlns:a16="http://schemas.microsoft.com/office/drawing/2014/main" xmlns="" id="{6580D268-87A3-9BC8-87C2-B8E3C4E5F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703247-12C2-9DF8-27D9-89B1B94A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6" y="240450"/>
            <a:ext cx="10317480" cy="93044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6313A1-4FA8-8F51-8233-D415DB043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527" y="1614488"/>
            <a:ext cx="4286248" cy="3657599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Water bodies are natural or artificial collections of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water , such as  rivers, lakes , ponds , wetlands,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reservoirs and oceans, which are essential for life ,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biodiversity, agriculture, industry, and climate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regulation. River conservation is a focused set of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activities and policies aimed at protecting , 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restoring , and maintaining rivers and their 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ecosystems, ensuring they remain healthy and </a:t>
            </a:r>
          </a:p>
          <a:p>
            <a:pPr marL="342900" indent="-342900">
              <a:buNone/>
            </a:pPr>
            <a:r>
              <a:rPr lang="en-I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sustainable  for present and future generations.</a:t>
            </a:r>
            <a:endParaRPr lang="en-US" sz="2400" i="1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96793FD-8D4C-CEB7-A804-F8263CCCFDE9}"/>
              </a:ext>
            </a:extLst>
          </p:cNvPr>
          <p:cNvSpPr/>
          <p:nvPr/>
        </p:nvSpPr>
        <p:spPr>
          <a:xfrm>
            <a:off x="10264228" y="6480145"/>
            <a:ext cx="100454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1 </a:t>
            </a:r>
          </a:p>
        </p:txBody>
      </p:sp>
      <p:sp>
        <p:nvSpPr>
          <p:cNvPr id="6" name="Text 0"/>
          <p:cNvSpPr/>
          <p:nvPr/>
        </p:nvSpPr>
        <p:spPr>
          <a:xfrm>
            <a:off x="3155989" y="900112"/>
            <a:ext cx="5535573" cy="48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Water Bodies and River </a:t>
            </a:r>
            <a:r>
              <a:rPr lang="en-US" sz="2400" b="1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Conservation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hape 2"/>
          <p:cNvSpPr/>
          <p:nvPr/>
        </p:nvSpPr>
        <p:spPr>
          <a:xfrm>
            <a:off x="285749" y="4786313"/>
            <a:ext cx="3257551" cy="1879638"/>
          </a:xfrm>
          <a:prstGeom prst="roundRect">
            <a:avLst>
              <a:gd name="adj" fmla="val 2572"/>
            </a:avLst>
          </a:prstGeom>
          <a:solidFill>
            <a:srgbClr val="FAFFFA"/>
          </a:solidFill>
          <a:ln w="22860">
            <a:solidFill>
              <a:srgbClr val="43895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614488"/>
            <a:ext cx="3000375" cy="3014662"/>
          </a:xfrm>
          <a:prstGeom prst="rect">
            <a:avLst/>
          </a:prstGeom>
        </p:spPr>
      </p:pic>
      <p:sp>
        <p:nvSpPr>
          <p:cNvPr id="16" name="Shape 2"/>
          <p:cNvSpPr/>
          <p:nvPr/>
        </p:nvSpPr>
        <p:spPr>
          <a:xfrm>
            <a:off x="3771899" y="4714875"/>
            <a:ext cx="3400425" cy="1946314"/>
          </a:xfrm>
          <a:prstGeom prst="roundRect">
            <a:avLst>
              <a:gd name="adj" fmla="val 2572"/>
            </a:avLst>
          </a:prstGeom>
          <a:solidFill>
            <a:srgbClr val="FAFFFA"/>
          </a:solidFill>
          <a:ln w="22860">
            <a:solidFill>
              <a:srgbClr val="43895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 descr="b9c136bfabb61ec714dbc73df083a5f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1557338"/>
            <a:ext cx="4905375" cy="4772025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185737" y="1262062"/>
            <a:ext cx="280177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IN" sz="2400" b="1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Fraunces Extra Bold" pitchFamily="34" charset="0"/>
              </a:rPr>
              <a:t>Our Solution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 4"/>
          <p:cNvSpPr/>
          <p:nvPr/>
        </p:nvSpPr>
        <p:spPr>
          <a:xfrm>
            <a:off x="4000500" y="5114926"/>
            <a:ext cx="2957512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IN" sz="1350" dirty="0" smtClean="0">
                <a:solidFill>
                  <a:srgbClr val="405449"/>
                </a:solidFill>
                <a:latin typeface="Nobile" pitchFamily="34" charset="0"/>
              </a:rPr>
              <a:t> - Detecting   the water &amp; soil quality.  .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IN" sz="1350" dirty="0" smtClean="0">
                <a:solidFill>
                  <a:srgbClr val="405449"/>
                </a:solidFill>
                <a:latin typeface="Nobile" pitchFamily="34" charset="0"/>
              </a:rPr>
              <a:t> - intelligent dashboard.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IN" sz="1350" dirty="0" smtClean="0">
                <a:solidFill>
                  <a:srgbClr val="405449"/>
                </a:solidFill>
                <a:latin typeface="Nobile" pitchFamily="34" charset="0"/>
              </a:rPr>
              <a:t> - It is use backend, frontend  ,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IN" sz="1350" dirty="0" smtClean="0">
                <a:solidFill>
                  <a:srgbClr val="405449"/>
                </a:solidFill>
                <a:latin typeface="Nobile" pitchFamily="34" charset="0"/>
              </a:rPr>
              <a:t>       Database,   etc. .</a:t>
            </a:r>
            <a:endParaRPr lang="en-US" sz="1350" dirty="0"/>
          </a:p>
        </p:txBody>
      </p:sp>
      <p:sp>
        <p:nvSpPr>
          <p:cNvPr id="20" name="Shape 3"/>
          <p:cNvSpPr/>
          <p:nvPr/>
        </p:nvSpPr>
        <p:spPr>
          <a:xfrm>
            <a:off x="212647" y="4772025"/>
            <a:ext cx="101678" cy="1913096"/>
          </a:xfrm>
          <a:prstGeom prst="roundRect">
            <a:avLst>
              <a:gd name="adj" fmla="val 180322"/>
            </a:avLst>
          </a:prstGeom>
          <a:solidFill>
            <a:srgbClr val="438951"/>
          </a:solidFill>
          <a:ln/>
        </p:spPr>
      </p:sp>
      <p:sp>
        <p:nvSpPr>
          <p:cNvPr id="21" name="Shape 3"/>
          <p:cNvSpPr/>
          <p:nvPr/>
        </p:nvSpPr>
        <p:spPr>
          <a:xfrm>
            <a:off x="3671888" y="4714875"/>
            <a:ext cx="114300" cy="1955958"/>
          </a:xfrm>
          <a:prstGeom prst="roundRect">
            <a:avLst>
              <a:gd name="adj" fmla="val 180322"/>
            </a:avLst>
          </a:prstGeom>
          <a:solidFill>
            <a:srgbClr val="438951"/>
          </a:solidFill>
          <a:ln/>
        </p:spPr>
      </p:sp>
      <p:sp>
        <p:nvSpPr>
          <p:cNvPr id="23" name="Text 4"/>
          <p:cNvSpPr/>
          <p:nvPr/>
        </p:nvSpPr>
        <p:spPr>
          <a:xfrm>
            <a:off x="378619" y="4844653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IN" b="1" dirty="0" smtClean="0">
                <a:solidFill>
                  <a:srgbClr val="405449"/>
                </a:solidFill>
                <a:latin typeface="Fraunces Extra Bold" pitchFamily="34" charset="0"/>
              </a:rPr>
              <a:t>E - Soil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3831431" y="4739878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IN" sz="1800" b="1" dirty="0" smtClean="0">
                <a:solidFill>
                  <a:srgbClr val="405449"/>
                </a:solidFill>
                <a:latin typeface="Fraunces Extra Bold" pitchFamily="34" charset="0"/>
              </a:rPr>
              <a:t> Real time prediction 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357189" y="5187909"/>
            <a:ext cx="2328862" cy="25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</a:pPr>
            <a:endParaRPr lang="en-US" sz="1400" dirty="0"/>
          </a:p>
        </p:txBody>
      </p:sp>
      <p:sp>
        <p:nvSpPr>
          <p:cNvPr id="26" name="Text 8"/>
          <p:cNvSpPr/>
          <p:nvPr/>
        </p:nvSpPr>
        <p:spPr>
          <a:xfrm>
            <a:off x="350045" y="5102185"/>
            <a:ext cx="2621756" cy="327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</a:pPr>
            <a:r>
              <a:rPr lang="en-IN" sz="1400" dirty="0" smtClean="0">
                <a:solidFill>
                  <a:srgbClr val="405449"/>
                </a:solidFill>
                <a:latin typeface="Nobile" pitchFamily="34" charset="0"/>
              </a:rPr>
              <a:t> - E- soil (electronic soil).</a:t>
            </a:r>
            <a:endParaRPr lang="en-US" sz="1400" dirty="0"/>
          </a:p>
        </p:txBody>
      </p:sp>
      <p:sp>
        <p:nvSpPr>
          <p:cNvPr id="27" name="Text 8"/>
          <p:cNvSpPr/>
          <p:nvPr/>
        </p:nvSpPr>
        <p:spPr>
          <a:xfrm>
            <a:off x="371476" y="5340311"/>
            <a:ext cx="272415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</a:pPr>
            <a:r>
              <a:rPr lang="en-IN" sz="1400" dirty="0" smtClean="0">
                <a:solidFill>
                  <a:srgbClr val="405449"/>
                </a:solidFill>
                <a:latin typeface="Nobile" pitchFamily="34" charset="0"/>
              </a:rPr>
              <a:t> - Water conservation.</a:t>
            </a:r>
            <a:endParaRPr lang="en-US" sz="1400" dirty="0"/>
          </a:p>
        </p:txBody>
      </p:sp>
      <p:sp>
        <p:nvSpPr>
          <p:cNvPr id="28" name="Text 8"/>
          <p:cNvSpPr/>
          <p:nvPr/>
        </p:nvSpPr>
        <p:spPr>
          <a:xfrm>
            <a:off x="385764" y="5568911"/>
            <a:ext cx="268128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</a:pPr>
            <a:r>
              <a:rPr lang="en-IN" sz="1400" dirty="0" smtClean="0">
                <a:solidFill>
                  <a:srgbClr val="405449"/>
                </a:solidFill>
                <a:latin typeface="Nobile" pitchFamily="34" charset="0"/>
              </a:rPr>
              <a:t> - Urban agriculture.</a:t>
            </a:r>
            <a:endParaRPr lang="en-US" sz="1400" dirty="0"/>
          </a:p>
        </p:txBody>
      </p:sp>
      <p:sp>
        <p:nvSpPr>
          <p:cNvPr id="29" name="Text 8"/>
          <p:cNvSpPr/>
          <p:nvPr/>
        </p:nvSpPr>
        <p:spPr>
          <a:xfrm>
            <a:off x="328612" y="5797511"/>
            <a:ext cx="2695577" cy="24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</a:pPr>
            <a:r>
              <a:rPr lang="en-IN" sz="1400" dirty="0" smtClean="0">
                <a:solidFill>
                  <a:srgbClr val="405449"/>
                </a:solidFill>
                <a:latin typeface="Nobile" pitchFamily="34" charset="0"/>
              </a:rPr>
              <a:t>  - Sustainable materials.</a:t>
            </a:r>
            <a:endParaRPr lang="en-US" sz="1400" dirty="0"/>
          </a:p>
        </p:txBody>
      </p:sp>
      <p:sp>
        <p:nvSpPr>
          <p:cNvPr id="30" name="Text 8"/>
          <p:cNvSpPr/>
          <p:nvPr/>
        </p:nvSpPr>
        <p:spPr>
          <a:xfrm>
            <a:off x="350043" y="6029325"/>
            <a:ext cx="3107531" cy="528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</a:pPr>
            <a:r>
              <a:rPr lang="en-IN" sz="1400" dirty="0" smtClean="0">
                <a:solidFill>
                  <a:srgbClr val="405449"/>
                </a:solidFill>
                <a:latin typeface="Nobile" pitchFamily="34" charset="0"/>
              </a:rPr>
              <a:t>  - Feeding a growing population</a:t>
            </a:r>
          </a:p>
          <a:p>
            <a:pPr marL="342900" indent="-342900" algn="l">
              <a:lnSpc>
                <a:spcPts val="2300"/>
              </a:lnSpc>
              <a:buSzPct val="100000"/>
            </a:pPr>
            <a:r>
              <a:rPr lang="en-IN" sz="1400" dirty="0" smtClean="0">
                <a:solidFill>
                  <a:srgbClr val="405449"/>
                </a:solidFill>
                <a:latin typeface="Nobile" pitchFamily="34" charset="0"/>
              </a:rPr>
              <a:t>  sustainable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27869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orange rectangle&#10;&#10;AI-generated content may be incorrect.">
            <a:extLst>
              <a:ext uri="{FF2B5EF4-FFF2-40B4-BE49-F238E27FC236}">
                <a16:creationId xmlns:a16="http://schemas.microsoft.com/office/drawing/2014/main" xmlns="" id="{1DEFDCC8-77F3-1686-B399-3272ACCDC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A700D8-0426-25BA-49A5-BCFC7E5E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930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298E510-1B59-9428-BC61-D0E0F636C210}"/>
              </a:ext>
            </a:extLst>
          </p:cNvPr>
          <p:cNvSpPr/>
          <p:nvPr/>
        </p:nvSpPr>
        <p:spPr>
          <a:xfrm>
            <a:off x="10264228" y="6480145"/>
            <a:ext cx="100454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2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A441BE5C-82CB-1F6D-2F21-D053F8C30F69}"/>
              </a:ext>
            </a:extLst>
          </p:cNvPr>
          <p:cNvSpPr txBox="1">
            <a:spLocks/>
          </p:cNvSpPr>
          <p:nvPr/>
        </p:nvSpPr>
        <p:spPr>
          <a:xfrm>
            <a:off x="485774" y="1199599"/>
            <a:ext cx="8186277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Technology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stack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Frontend : 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Html , </a:t>
            </a:r>
            <a:r>
              <a:rPr lang="en-IN" sz="2000" i="1" dirty="0">
                <a:latin typeface="Arial" pitchFamily="34" charset="0"/>
                <a:cs typeface="Arial" pitchFamily="34" charset="0"/>
              </a:rPr>
              <a:t>J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avaScript ,CSS 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Backend : 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python,  Node .j s , Flask ,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Advance AI/ML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Database : 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Mongo DB ,  SQL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Hardware : 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Hardware tools 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Key</a:t>
            </a:r>
            <a:r>
              <a:rPr kumimoji="0" lang="en-IN" sz="2400" b="1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point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sz="2000" i="1" baseline="0" dirty="0" smtClean="0">
                <a:latin typeface="Arial" pitchFamily="34" charset="0"/>
                <a:cs typeface="Arial" pitchFamily="34" charset="0"/>
              </a:rPr>
              <a:t>Model</a:t>
            </a: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 train for data sheet.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sz="2000" i="1" dirty="0" smtClean="0">
                <a:latin typeface="Arial" pitchFamily="34" charset="0"/>
                <a:cs typeface="Arial" pitchFamily="34" charset="0"/>
              </a:rPr>
              <a:t>Real time detection.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What-is-back-end-development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2" y="1017639"/>
            <a:ext cx="4891548" cy="491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077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and orange rectangle&#10;&#10;AI-generated content may be incorrect.">
            <a:extLst>
              <a:ext uri="{FF2B5EF4-FFF2-40B4-BE49-F238E27FC236}">
                <a16:creationId xmlns:a16="http://schemas.microsoft.com/office/drawing/2014/main" xmlns="" id="{401E591F-49F4-048B-4A7F-58FFDD978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5DFAFB-87B4-E5D8-2DFE-2A293881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1" y="5592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9CA841-2647-D5A2-0861-65A7CF50B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2051" y="967152"/>
            <a:ext cx="3714749" cy="5105036"/>
          </a:xfrm>
        </p:spPr>
        <p:txBody>
          <a:bodyPr>
            <a:normAutofit/>
          </a:bodyPr>
          <a:lstStyle/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The project solution E-soil is developing technique which can very expensive.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Detecting the water and soil quality- what kind of element are present in water &amp; soil , &amp; it is </a:t>
            </a:r>
            <a:r>
              <a:rPr lang="en-IN" sz="2000" dirty="0" err="1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hamrful</a:t>
            </a: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or not.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The properties are which are good   for water &amp; soli and which are bad for water and soil.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In order to make project more accurate it requires the precise detailing of element.</a:t>
            </a:r>
            <a:endParaRPr lang="en-US" sz="20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FF1414C-06E8-C3ED-3119-A9BBB5535AC5}"/>
              </a:ext>
            </a:extLst>
          </p:cNvPr>
          <p:cNvSpPr/>
          <p:nvPr/>
        </p:nvSpPr>
        <p:spPr>
          <a:xfrm>
            <a:off x="10264228" y="6480145"/>
            <a:ext cx="100454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3 </a:t>
            </a:r>
          </a:p>
        </p:txBody>
      </p:sp>
      <p:pic>
        <p:nvPicPr>
          <p:cNvPr id="6" name="Picture 5" descr="Abb_7_12_Dimensionen_GW_System_V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4872038" cy="5943600"/>
          </a:xfrm>
          <a:prstGeom prst="rect">
            <a:avLst/>
          </a:prstGeom>
        </p:spPr>
      </p:pic>
      <p:pic>
        <p:nvPicPr>
          <p:cNvPr id="8" name="Picture 7" descr="785a1b9c359640da6bc9cfe3670b4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88" y="985838"/>
            <a:ext cx="3262311" cy="551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765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and orange rectangle&#10;&#10;AI-generated content may be incorrect.">
            <a:extLst>
              <a:ext uri="{FF2B5EF4-FFF2-40B4-BE49-F238E27FC236}">
                <a16:creationId xmlns:a16="http://schemas.microsoft.com/office/drawing/2014/main" xmlns="" id="{89E079C9-310B-36BE-8D32-F8C01E57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0B825F-278B-FC2B-266B-688CF78C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828" y="4139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E240D9-A1E5-0908-17FF-61D50C0A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03" y="4606924"/>
            <a:ext cx="8317835" cy="1808163"/>
          </a:xfrm>
        </p:spPr>
        <p:txBody>
          <a:bodyPr>
            <a:normAutofit lnSpcReduction="10000"/>
          </a:bodyPr>
          <a:lstStyle/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It help farmer to boost their crop production.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It help government to clean rivers.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The project gives clear knowledge about quality of water.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It specify the element which is higher &amp; lower then normal limit.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It tells uses to add element which is lacked in water.</a:t>
            </a:r>
          </a:p>
          <a:p>
            <a:pPr marL="342900" lvl="0" indent="-342900" algn="just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sz="2000" dirty="0" smtClean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8EE7B6A-EB9C-9126-3EBD-273CCE7F5A73}"/>
              </a:ext>
            </a:extLst>
          </p:cNvPr>
          <p:cNvSpPr/>
          <p:nvPr/>
        </p:nvSpPr>
        <p:spPr>
          <a:xfrm>
            <a:off x="10264228" y="6480145"/>
            <a:ext cx="100454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4 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86800" y="4471988"/>
            <a:ext cx="3314700" cy="1857374"/>
          </a:xfrm>
          <a:prstGeom prst="rect">
            <a:avLst/>
          </a:prstGeom>
        </p:spPr>
      </p:pic>
      <p:pic>
        <p:nvPicPr>
          <p:cNvPr id="7" name="Picture 6" descr="graph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13" y="1197252"/>
            <a:ext cx="4859748" cy="2874685"/>
          </a:xfrm>
          <a:prstGeom prst="rect">
            <a:avLst/>
          </a:prstGeom>
        </p:spPr>
      </p:pic>
      <p:pic>
        <p:nvPicPr>
          <p:cNvPr id="8" name="Picture 7" descr="benefits-of-water-conserva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4" y="1028699"/>
            <a:ext cx="63341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401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and orange rectangle&#10;&#10;AI-generated content may be incorrect.">
            <a:extLst>
              <a:ext uri="{FF2B5EF4-FFF2-40B4-BE49-F238E27FC236}">
                <a16:creationId xmlns:a16="http://schemas.microsoft.com/office/drawing/2014/main" xmlns="" id="{1C45537F-61B5-A5D0-431B-1B9091EF9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21EFBE-AEE7-D910-FB79-BB03FE0F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4" y="6753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96969F-A37C-7C81-C97E-F4BF315C7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1" y="971549"/>
            <a:ext cx="4514849" cy="540067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 Key research focus</a:t>
            </a:r>
          </a:p>
          <a:p>
            <a:pPr>
              <a:buNone/>
            </a:pPr>
            <a:endParaRPr lang="en-US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000" b="1" dirty="0" smtClean="0"/>
              <a:t>E-Soil/Dielectric Sensing  :-  </a:t>
            </a:r>
            <a:r>
              <a:rPr lang="en-US" sz="1800" dirty="0" smtClean="0"/>
              <a:t>supports the methodology for non- invasive soil moisture and nutrient measurement using electrical properties, avoiding traditional, slow methods.</a:t>
            </a:r>
            <a:endParaRPr lang="en-US" sz="18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AI/ML in Water Management  :- </a:t>
            </a:r>
            <a:r>
              <a:rPr lang="en-US" sz="1800" dirty="0" smtClean="0"/>
              <a:t>Provides the framework for </a:t>
            </a:r>
            <a:r>
              <a:rPr lang="en-US" sz="1800" b="1" dirty="0" smtClean="0"/>
              <a:t>predictive analytics</a:t>
            </a:r>
            <a:r>
              <a:rPr lang="en-US" sz="1800" dirty="0" smtClean="0"/>
              <a:t> and real-time anomaly detection for contamination (e.g., predicting nutrient spikes or pollution events) using algorithms.</a:t>
            </a:r>
          </a:p>
          <a:p>
            <a:pPr marL="0" indent="0">
              <a:buNone/>
            </a:pPr>
            <a:endParaRPr lang="en-IN" sz="1800" b="1" dirty="0" smtClean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Urban Agriculture &amp; Conservation :- </a:t>
            </a:r>
            <a:r>
              <a:rPr lang="en-US" sz="1800" b="1" dirty="0" smtClean="0"/>
              <a:t> </a:t>
            </a:r>
            <a:r>
              <a:rPr lang="en-US" sz="1800" dirty="0" smtClean="0"/>
              <a:t>Justifies the need for </a:t>
            </a:r>
            <a:r>
              <a:rPr lang="en-US" sz="1800" b="1" dirty="0" smtClean="0"/>
              <a:t>data-driven decision-making</a:t>
            </a:r>
            <a:r>
              <a:rPr lang="en-US" sz="1800" dirty="0" smtClean="0"/>
              <a:t> to optimize water and fertilizer use, supporting the "Urban Agriculture.</a:t>
            </a:r>
            <a:endParaRPr lang="en-IN" sz="1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18217B4-71C8-76BA-3D82-BD77B640614B}"/>
              </a:ext>
            </a:extLst>
          </p:cNvPr>
          <p:cNvSpPr/>
          <p:nvPr/>
        </p:nvSpPr>
        <p:spPr>
          <a:xfrm>
            <a:off x="10264228" y="6480145"/>
            <a:ext cx="100454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5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D096969F-A37C-7C81-C97E-F4BF315C7557}"/>
              </a:ext>
            </a:extLst>
          </p:cNvPr>
          <p:cNvSpPr txBox="1">
            <a:spLocks/>
          </p:cNvSpPr>
          <p:nvPr/>
        </p:nvSpPr>
        <p:spPr>
          <a:xfrm>
            <a:off x="4614862" y="514350"/>
            <a:ext cx="7577137" cy="6129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800" b="1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References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 smtClean="0"/>
              <a:t>A Non-Invasive Soil Moisture Sensing System Electronic Architecture :</a:t>
            </a:r>
            <a:r>
              <a:rPr lang="en-US" b="1" dirty="0" smtClean="0"/>
              <a:t>-  </a:t>
            </a:r>
            <a:r>
              <a:rPr lang="en-US" dirty="0" smtClean="0"/>
              <a:t>Explores the electronic architecture and feasibility of </a:t>
            </a:r>
            <a:r>
              <a:rPr lang="en-US" b="1" dirty="0" smtClean="0"/>
              <a:t>non-invasive</a:t>
            </a:r>
            <a:r>
              <a:rPr lang="en-US" dirty="0" smtClean="0"/>
              <a:t> soil moisture detection, directly supporting the </a:t>
            </a:r>
            <a:r>
              <a:rPr lang="en-US" b="1" dirty="0" smtClean="0"/>
              <a:t>'E-Soil'</a:t>
            </a:r>
            <a:r>
              <a:rPr lang="en-US" dirty="0" smtClean="0"/>
              <a:t> concept. </a:t>
            </a:r>
            <a:r>
              <a:rPr lang="en-US" dirty="0" smtClean="0">
                <a:hlinkClick r:id="rId3" action="ppaction://hlinkpres?slideindex=1&amp;slidetitle="/>
              </a:rPr>
              <a:t>https://www.mdpi.com/1424-8220/20/21/614</a:t>
            </a:r>
            <a:endParaRPr kumimoji="0" lang="en-I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b="1" dirty="0" smtClean="0"/>
              <a:t>Advancements in dielectric soil moisture sensor Calibration :- </a:t>
            </a:r>
            <a:r>
              <a:rPr lang="en-US" dirty="0" smtClean="0"/>
              <a:t>A comprehensive review of the methods and techniques required for accurate </a:t>
            </a:r>
            <a:r>
              <a:rPr lang="en-US" b="1" dirty="0" smtClean="0"/>
              <a:t>dielectric soil moisture sensors</a:t>
            </a:r>
            <a:r>
              <a:rPr lang="en-US" dirty="0" smtClean="0"/>
              <a:t>, crucial for data accuracy. Link-</a:t>
            </a:r>
            <a:r>
              <a:rPr lang="en-US" dirty="0" smtClean="0">
                <a:hlinkClick r:id="rId3" action="ppaction://hlinkpres?slideindex=1&amp;slidetitle="/>
              </a:rPr>
              <a:t>https://www.ars.usda.gov/research/publications/publication/?seqNo115=406421</a:t>
            </a:r>
            <a:endParaRPr lang="en-US" dirty="0" smtClean="0"/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b="1" dirty="0" smtClean="0"/>
              <a:t>IOT BASED WATER AND SOIL QUALITY MONITORING SYSTEM :-</a:t>
            </a:r>
            <a:r>
              <a:rPr lang="en-US" dirty="0" smtClean="0"/>
              <a:t>Details the use of multiple sensors (pH, EC, Moisture) and </a:t>
            </a:r>
            <a:r>
              <a:rPr lang="en-US" b="1" dirty="0" smtClean="0"/>
              <a:t>IOT/Cloud</a:t>
            </a:r>
            <a:r>
              <a:rPr lang="en-US" dirty="0" smtClean="0"/>
              <a:t> technologies for real-time monitoring, relevant to your Technical Approach . link –</a:t>
            </a:r>
            <a:r>
              <a:rPr lang="en-US" dirty="0" smtClean="0">
                <a:hlinkClick r:id="rId3" action="ppaction://hlinkpres?slideindex=1&amp;slidetitle="/>
              </a:rPr>
              <a:t>https://www.semanticscholar.org/paper/IOT-BASED-WATER-AND-SOIL-QUALITY-MONITORING-SYSTEM-Loganathan-Dr.E.Mohan/3e8bc46e4ab59fa1e4994c6fda0447191dd4901e</a:t>
            </a:r>
            <a:endParaRPr lang="en-US" dirty="0" smtClean="0"/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b="1" dirty="0" smtClean="0"/>
              <a:t>Real-Time IOT-Enabled Water Management for Rooftop Urban Agriculture :-   Water Management for Rooftop Urban Agriculture </a:t>
            </a:r>
            <a:r>
              <a:rPr lang="en-US" dirty="0" smtClean="0"/>
              <a:t>Provides a practical example of integrating low-cost </a:t>
            </a:r>
            <a:r>
              <a:rPr lang="en-US" b="1" dirty="0" smtClean="0"/>
              <a:t>IOT sensors</a:t>
            </a:r>
            <a:r>
              <a:rPr lang="en-US" dirty="0" smtClean="0"/>
              <a:t> and microcontrollers for water management in urban farming environments.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dirty="0" smtClean="0"/>
              <a:t>Link-  </a:t>
            </a:r>
            <a:r>
              <a:rPr lang="en-US" dirty="0" smtClean="0">
                <a:hlinkClick r:id="rId3" action="ppaction://hlinkpres?slideindex=1&amp;slidetitle="/>
              </a:rPr>
              <a:t>https://www.mdpi.com/2673-4583/10/1/34</a:t>
            </a:r>
            <a:endParaRPr kumimoji="0" lang="en-I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87745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593</Words>
  <Application>Microsoft Office PowerPoint</Application>
  <PresentationFormat>Custom</PresentationFormat>
  <Paragraphs>72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Alka Sahu</dc:creator>
  <cp:lastModifiedBy>user</cp:lastModifiedBy>
  <cp:revision>6</cp:revision>
  <dcterms:created xsi:type="dcterms:W3CDTF">2025-09-19T06:48:08Z</dcterms:created>
  <dcterms:modified xsi:type="dcterms:W3CDTF">2025-09-29T17:40:44Z</dcterms:modified>
</cp:coreProperties>
</file>